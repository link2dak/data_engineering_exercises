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03c08364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03c0836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03c08364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03c08364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3c0836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03c0836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03c0836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03c0836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164925" y="0"/>
            <a:ext cx="71322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Shuffling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62000" y="980400"/>
            <a:ext cx="8821200" cy="41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is shuffling?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Is the process of exchanging data between partitions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Is time consuming (only happens when abs needed)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When do we need shuffling?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Nodes </a:t>
            </a:r>
            <a:r>
              <a:rPr lang="en" sz="1400"/>
              <a:t>only send data between each other when calling the “repartitioning” functions, or when you join dataframes or group data by column value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When joining data in spark it needs to put the data from both data frames in buckets.  Buckets are calculated by hashing the partitioning key into a predefined number of buckets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Common problems with shuffling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If one node gets more work than the other, the others have to wait until it is finished (can avoid this by using the “spark.speculation parameter”)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When does a node receive more work?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When one value dominates the partitioning key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Fix this by isolating the dominate value and calculating it separately from the rest of the rows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Techniques to shuffle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Bucketing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technique of making a predefined number of buckets based on the “hash” of a column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Disadvantages: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have to be methodical with how many buckets you want.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may be too many small files when creating too many buckets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It </a:t>
            </a:r>
            <a:r>
              <a:rPr lang="en"/>
              <a:t>doesn't</a:t>
            </a:r>
            <a:r>
              <a:rPr lang="en"/>
              <a:t> take into account growing datasets, since there is a fixed </a:t>
            </a:r>
            <a:r>
              <a:rPr lang="en"/>
              <a:t>amount of buckets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Advantages: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Makes for better joins, since </a:t>
            </a:r>
            <a:r>
              <a:rPr lang="en"/>
              <a:t>corresponding</a:t>
            </a:r>
            <a:r>
              <a:rPr lang="en"/>
              <a:t> rows are already grouped into the same bucket using the hash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the technique of </a:t>
            </a:r>
            <a:r>
              <a:rPr lang="en"/>
              <a:t>separating</a:t>
            </a:r>
            <a:r>
              <a:rPr lang="en"/>
              <a:t> the files out by one or more partition keys (specified columns)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Disadvantages: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have to choose the right partition key, otherwise there could be </a:t>
            </a:r>
            <a:r>
              <a:rPr lang="en"/>
              <a:t>skewed files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Advantages: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Good for filtering. Will only look at the file with the corresponding column (partition pruning)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artitionBy() Vs repartition()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</a:t>
            </a:r>
            <a:r>
              <a:rPr lang="en" sz="1400"/>
              <a:t>artitionBy():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used only when writing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Affects how data is stored on disk based on the partition key given.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makes it </a:t>
            </a:r>
            <a:r>
              <a:rPr lang="en"/>
              <a:t>easier</a:t>
            </a:r>
            <a:r>
              <a:rPr lang="en"/>
              <a:t> to filter elements in the created file based on that </a:t>
            </a:r>
            <a:r>
              <a:rPr lang="en"/>
              <a:t>partition</a:t>
            </a:r>
            <a:r>
              <a:rPr lang="en"/>
              <a:t> key.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reparation</a:t>
            </a:r>
            <a:r>
              <a:rPr lang="en" sz="1400"/>
              <a:t>():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used for computation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Reshuffles data into specified number of partitions.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you to </a:t>
            </a:r>
            <a:r>
              <a:rPr lang="en"/>
              <a:t>partition</a:t>
            </a:r>
            <a:r>
              <a:rPr lang="en"/>
              <a:t> by </a:t>
            </a:r>
            <a:r>
              <a:rPr lang="en"/>
              <a:t>amount</a:t>
            </a:r>
            <a:r>
              <a:rPr lang="en"/>
              <a:t> and by specific key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Narrow Transformations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Narrow Transoforamtions: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output partition depends on only one input partition, so Spark does not need to shuffle data between executors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Key characteristics: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Dont require data from other partitions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executed indipendinty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Doesn need to be shuffled (less expensive)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Examples: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map()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union()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filter()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Wide Transformations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Wide Transformations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Operations where each </a:t>
            </a:r>
            <a:r>
              <a:rPr lang="en"/>
              <a:t>partition</a:t>
            </a:r>
            <a:r>
              <a:rPr lang="en"/>
              <a:t> of the output may depend on the data from multiple </a:t>
            </a:r>
            <a:r>
              <a:rPr lang="en"/>
              <a:t>partitions (data from different partitions needs to be combined)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Key characteristics: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Require data from multiple partitions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Involve data shuffling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Create stage boundaries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Examples: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join()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groupByKey()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reduceByKey()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